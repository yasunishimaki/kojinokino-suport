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就労ナビAI「ココマデ」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3D9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「思い出す」を、テクノロジーの仕事に。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高次脳機能障害のある方の就労を支える 作業ナビゲーションの実証提案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C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実証パートナー募集  |  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3つの「思い出せない」が、仕事を止める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どこまでやったか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4505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作業の進み具合を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忘れてしまう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1430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次は何か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383280" y="24505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手順のどこにいるか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わからなくなる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11430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25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何をしようと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していたか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217920" y="24505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席を立った瞬間に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用件が消える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" y="352044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EDF2EF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35204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作業が止まる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944368" y="352044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3474720" y="352044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EDF2EF"/>
          </a:solidFill>
          <a:ln/>
        </p:spPr>
      </p:sp>
      <p:sp>
        <p:nvSpPr>
          <p:cNvPr id="19" name="Text 14"/>
          <p:cNvSpPr/>
          <p:nvPr/>
        </p:nvSpPr>
        <p:spPr>
          <a:xfrm>
            <a:off x="3474720" y="35204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自信を失う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596128" y="352044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26480" y="352044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2" name="Text 17"/>
          <p:cNvSpPr/>
          <p:nvPr/>
        </p:nvSpPr>
        <p:spPr>
          <a:xfrm>
            <a:off x="6126480" y="35204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離職につながる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高次脳機能障害（記憶・注意・遂行機能の障害）のある就労者に典型的な困りごと。就労定着の最大の壁のひとつ。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当事者はすでに工夫している。しかし限界がある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173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現状の工夫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2560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TODOリストをこまめに作る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メモリーノートに記録する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アラームを設定する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6052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しかし…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工夫の限界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385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8288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メモを見返すこと自体を忘れる（展望記憶の障害）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74320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263347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チェックを入れたかどうかも忘れる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54787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0" y="3438144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中断すると、リストのどこにいたか迷子になる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「記録する」だけでは足りない。記録を活かす側の認知負荷を、ゼロにする必要がある。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解決策：記憶の3つの機能をAIが肩代わりする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進捗の照会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「どこまでやった?」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成果物の状態とPCログを照合し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「3箱目まで完了」と即答。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本人の報告忘れはシステムからの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問いかけでカバー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次の一歩の提示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33756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「次は何?」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10712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登録済みの手順書と現在地を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突き合わせ「次は伝票貼り、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手順書の3番」と出典付きで案内。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中断からの復帰も支援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11430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意図の再生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17220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「何しようとしてた?」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45352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行動前の一言宣言を時刻付きで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記録。「2分前に、見積書を印刷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すると言っていました」と本人の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言葉をそのまま返す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本人は、記録も確認も操作もしない。聞くだけ・答えるだけ。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信頼性設計：生成ではなく、照合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記憶障害のある方はAIの誤りを自分の記憶で訂正できない。だからこそ、健常者向けより厳しい3原則を置く。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DF2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944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733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記録からのみ抽出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720" y="1673352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登録済み手順書・進捗ログ・意図ログという閉じた記録の中からだけ回答。記録になければ「記録がありません」と答える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DF2E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207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9748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出典を必ず提示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697480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「次は伝票貼りです（10:05 の主任の指示より）」。本人と周囲がいつでも検証でき、誤りに気づける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64845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DF2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86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2160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映像は保存しない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474720" y="3721608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その場でテキスト化して破棄。録音・撮影範囲は本人の作業エリアに限定。プライバシーと企業の情報管理に応える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AIの観察は仮説、本人の確認で記録になる ― カメラ導入後もこの原則は変わらない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段階導入モデル：カメラなしから始める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1328" y="128016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フェーズ1  音声ナビ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4632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カメラなし・施設内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6334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イヤホン＋PCログ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支援事業所で実証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提示と問いかけの型を検証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" y="3346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3〜6ヶ月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90672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5968" y="128016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417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フェーズ2  表示グラス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319272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カメラなし・実職場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26334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表示特化スマートグラス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「撮影機能なし」で企業導入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職場受容を検証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19272" y="3346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6〜12ヶ月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25312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080760" y="10972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50608" y="128016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41732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53912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フェーズ3  AIグラス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153912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カメラあり・同意職場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17920" y="26334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作業完了の自動認識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中断の自動検知・口頭指示の記録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実績ある職場に限定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53912" y="3346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12ヶ月〜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11480" y="3977640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EDF2EF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397764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共通データ基盤（最初から不変）：</a:t>
            </a:r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手順書＋進捗ログ＋出典の3点セット。ハードが変わっても運用資産を引き継ぐ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カメラは最初から使わない。必要性を実証データで証明してから使う。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既存手段との違い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比較観点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紙のメモ・TODO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リマインダー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汎用AIグラス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B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先回りの声かけ（プッシュ型）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時刻のみ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文脈で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中断からの復帰支援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意図（やろうとしたこと）の再生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誤情報の抑制（出典提示）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生成AI任せ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照合型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職場への導入しやすさ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常時カメラ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段階導入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既存の工夫（メモ・TODO）を否定せず、その「見返す・更新する」負荷をAIが引き受ける位置づけ。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ビジネスモデル：支援機関から企業へ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7EFE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264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 就労支援機関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9040" y="121615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就労移行支援事業所・支援センター向け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定着支援ツールとして月額課金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支援員が手順書登録＝正解データの担い手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946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77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 雇用企業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749040" y="235915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定着実績データを武器に企業へ展開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合理的配慮の選択肢として提案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採用・再教育コスト削減で投資回収を訴求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1246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 横展開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749040" y="350215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発達障害・精神障害の就労支援へ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さらに新人教育・外国人労働者支援など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「認知的ユニバーサル作業支援」市場へ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8F7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支援機関は販売チャネルであると同時に、運用品質の担い手。ジョブコーチ支援（フェイディング）の制度文脈に自然に乗る。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実行計画：フェーズ1実証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就労移行支援事業所 1〜2箇所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対象者 2〜3名（本人同意）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支援員が手順書登録を担当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開発チーム＋キャリア支援専門職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46120" y="11430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期間・場所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29000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3〜6ヶ月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施設内の作業訓練場面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対象作業はデータ入力等の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痕跡が残る作業から1つ選定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80760" y="1143000"/>
            <a:ext cx="2697480" cy="3154680"/>
          </a:xfrm>
          <a:prstGeom prst="roundRect">
            <a:avLst>
              <a:gd name="adj" fmla="val 2712"/>
            </a:avLst>
          </a:prstGeom>
          <a:solidFill>
            <a:srgbClr val="EDF2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25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検証項目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63640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3本柱それぞれの利用率・正答率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問いかけの頻度・タイミングの最適値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支援員の登録負荷（目標1日10分以内）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本人の主観評価（相棒感・負担感）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フェーズ2移行の判定：本人の継続利用 ＋ 支援員負荷が許容範囲 ＋ 受け入れ企業1社の内諾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A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ジョブコーチが常時隣にいる社会を、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一緒に実証しませんか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D9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支援者不足という構造的な限界を、テクノロジーで補い、やがて全ての働く人の「思い出す」を支える。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32004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9F4A3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2004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実証フィールドの提供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（支援事業所・企業）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32004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9F4A3D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32004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当事者・支援者の声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（ヒアリング協力）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32004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9F4A3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32004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デモへのフィードバック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（開発中アプリ）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C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お問い合わせ・ご相談をお待ちしています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就労ナビAI「ココマデ」提案資料</dc:title>
  <dc:subject>PptxGenJS Presentation</dc:subject>
  <dc:creator>PptxGenJS</dc:creator>
  <cp:lastModifiedBy>PptxGenJS</cp:lastModifiedBy>
  <cp:revision>1</cp:revision>
  <dcterms:created xsi:type="dcterms:W3CDTF">2026-07-06T09:07:25Z</dcterms:created>
  <dcterms:modified xsi:type="dcterms:W3CDTF">2026-07-06T09:07:25Z</dcterms:modified>
</cp:coreProperties>
</file>